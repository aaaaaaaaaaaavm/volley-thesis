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19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 classified; 126.562 kg model; no sampled twelve-shot mission closes.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