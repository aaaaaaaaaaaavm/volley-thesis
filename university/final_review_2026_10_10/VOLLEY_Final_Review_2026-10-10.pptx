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P118–P120 finite-force/assumed bank; matched-mission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P119 checks force; P120 reruns bank assumptions; no twelve-shot mission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P124 ideal stroke screen; Gen6 prototype specification remains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precision_delivery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426464"/>
            <a:ext cx="6675120" cy="40050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Start with the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Specify a delivered state, tolerance, host and payload load before choosing release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Separate the regimes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1 km/s over 1.3 m implies ~39,220 g for 4 kg. It is not a first ordinary-3U prototype target.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Ideal kinematics only; no commanded range, payload approval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