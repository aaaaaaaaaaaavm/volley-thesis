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Completed Gen5 system-level computational evaluation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Planet and Spire filings; local market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Configurable smallsat families and replenishment exist. That context does not establish demand for VOLLEY.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 carrier, rideshare integrator or fleet operator might need several distinct release states from one host.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Compare commanded release with springs, host manoeuvres, transport and onboard propulsion on the same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No customer is confirmed; modeled Gen5 3U mass fails its preset criterion.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CAD and complete subsystem architecture documented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Rated shot, power and dispersion models completed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energy and lifetime benefit for stated cases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completed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strengthened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winding; magpylib; FEM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measured thrust constant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were incorporated in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rated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CAD, magazine and release architecture,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1.5 m linear-motor track and double-sided Halbach arrays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Rated 3U shot: performance predicted by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Audit boundary: 124.5 J (4.47%) of gross draw is not itemized in the compact result ledger.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Rated orbit geometry now has a separate numerical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at the rated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without a current rated independent rerun.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shot to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analysis/results; BASELINE.md;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Simulate a 3U shot → 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Model the orbital response</a:t>
            </a:r>
          </a:p>
        </p:txBody>
      </p:sp>
      <p:pic>
        <p:nvPicPr>
          <p:cNvPr id="13" name="Picture 12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06692"/>
            <a:ext cx="4956048" cy="1884694"/>
          </a:xfrm>
          <a:prstGeom prst="rect">
            <a:avLst/>
          </a:prstGeom>
        </p:spPr>
      </p:pic>
      <p:pic>
        <p:nvPicPr>
          <p:cNvPr id="14" name="Picture 13" descr="rated_orbit_cross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504551"/>
            <a:ext cx="4937760" cy="248897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Compare predicted orbital change and full installed mass with the spring baseline. Simulation, not physical demonstration.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research question has a completed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Gen5 system-level model predicts 16.0 m/s 3U release and a conditional orbital benefit.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model is 76% heavier per 3U customer and the side-fed CAD reference also clashes.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Independent numerical checks corrected the baseline and defined the limits of its claims.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Conclusion: the analytical objective is complete; Gen5 does not pass the 3U selection criterion.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