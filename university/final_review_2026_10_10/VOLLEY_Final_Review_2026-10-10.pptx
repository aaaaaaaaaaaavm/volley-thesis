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field; field-point FEM; finite force screen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independent integrated-thrust FEM 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documented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reference CAD, magazine and release concepts,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2-D FEM confirms the finite-force decline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3-D analytic; P119 2-D FEM; P120 assumed bank rerun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108"/>
            <a:ext cx="6995160" cy="35753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1.042 / 1.082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work: 3-D analytic / 2-D FEM. The FEM omits magnet-depth end effects.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2.099 kJ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P120 gross bank draw with assumed full winding and ideal phase; not a selected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Historical 16.029 m/s is challenged; no measured force or selected inverter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document and STEP;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gen5_feeder_candidate_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47" y="1600200"/>
            <a:ext cx="6359504" cy="4480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lift actuator, retention, tolerance and new mass budget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P118–P120 finite-force/assumed bank; matched-mission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P119 checks force; P120 reruns bank assumptions; no twelve-shot mission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2.69 vs 0.83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one-event host propellant: spring versus Gen5's ideal finite-force upper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Historical model reports 16.0 m/s; a finite force screen challenges that performance claim.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R1 geometry clears a scripted path, but has no lift or launch retention design.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