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Completed Gen5 system-level computational evaluation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Planet and Spire filings; local market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Configurable smallsat families and replenishment exist. That context does not establish demand for VOLLEY.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 carrier, rideshare integrator or fleet operator might need several distinct release states from one host.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Compare commanded release with springs, host manoeuvres, transport and onboard propulsion on the same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No customer is confirmed; modeled Gen5 3U mass fails its preset criterion.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CAD and complete subsystem architecture documented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Rated shot, power and dispersion models completed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energy and lifetime benefit for stated cases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completed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strengthened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winding; magpylib; FEM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measured thrust constant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were incorporated in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rated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thesis deliverables are complete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BASELINE.md; PROVENANCE.md;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Design 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CAD, magazine and release architecture, subsystem models and system mass rollup.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Shot, control, circuit, structure, thermal, orbit and alternative-case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figures, scripts, numerical checks, provenance and defect register.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Scope: completed computational thesis; physical qualification belongs to a later development phase.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complete computational system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1.5 m linear-motor track and double-sided Halbach arrays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Pulse bank, restraint and eddy-current arrest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Rated 3U shot: performance predicted by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Commanded velocity can change orbital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Astrodynamic Utility and Limitations; F04_life.png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4_li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36" y="1645920"/>
            <a:ext cx="6937942" cy="42702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+28.8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semi-major-axis rise for one maximum-velocity release.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1.60×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lifetime at stated mean solar activity; atmosphere-dependent.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study ends with a clear engineering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EVIDENCE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OPEN_PROBLEMS.md; PROVENANCE.md; manuscript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73352"/>
            <a:ext cx="73152" cy="320040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819656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Supported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2423160"/>
            <a:ext cx="3136392" cy="22860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Modelled commandable release and a conditional orbital-energy benefit.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673352"/>
            <a:ext cx="73152" cy="320040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19656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Rejected for 3U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23160"/>
            <a:ext cx="3136392" cy="22860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The complete Gen5 configuration misses the preset spring-mass parity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673352"/>
            <a:ext cx="73152" cy="32004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819656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Unverified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423160"/>
            <a:ext cx="3136392" cy="22860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Payload loads, magnetic cleanliness, cycle life and host interfaces require tests.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40096"/>
            <a:ext cx="10698480" cy="6583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Decision: retain the numerically checked model; do not select Gen5 as a 3U flight configuration.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shot to orbit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analysis/results; BASELINE.md;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Simulate a 3U shot → 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Model the orbital response</a:t>
            </a:r>
          </a:p>
        </p:txBody>
      </p:sp>
      <p:pic>
        <p:nvPicPr>
          <p:cNvPr id="13" name="Picture 12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06692"/>
            <a:ext cx="4956048" cy="1884694"/>
          </a:xfrm>
          <a:prstGeom prst="rect">
            <a:avLst/>
          </a:prstGeom>
        </p:spPr>
      </p:pic>
      <p:pic>
        <p:nvPicPr>
          <p:cNvPr id="14" name="Picture 13" descr="F04_li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670" y="2286000"/>
            <a:ext cx="4754050" cy="2926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Compare predicted orbital change and full installed mass with the spring baseline. Simulation, not physical demonstration.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research question has a completed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Gen5 system-level model predicts 16.0 m/s 3U release and a conditional orbital benefit.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complete modelled system is 76% heavier per 3U customer than the spring comparator.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Independent numerical checks corrected the baseline and defined the limits of its claims.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Conclusion: the analytical objective is complete; Gen5 does not pass the 3U selection criterion.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shared path • sequential feed • commanded release for each CubeSat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