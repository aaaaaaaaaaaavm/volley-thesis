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234D81"/>
                </a:solidFill>
                <a:latin typeface="Aptos"/>
              </a:defRPr>
            </a:pPr>
            <a:r>
              <a:t>VOLLEY: Design and Computational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7048"/>
            <a:ext cx="10908792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234D81"/>
                </a:solidFill>
                <a:latin typeface="Aptos"/>
              </a:defRPr>
            </a:pPr>
            <a:r>
              <a:t>Feasibility Assessment of a Commanded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02536"/>
            <a:ext cx="10908792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234D81"/>
                </a:solidFill>
                <a:latin typeface="Aptos"/>
              </a:defRPr>
            </a:pPr>
            <a:r>
              <a:t>Electromagnetic CubeSat Deployment Mechanism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21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Feeder geometry includes exit release and empty reset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NATIVE GEOMETRY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FM07-R5 · separate Gen6 nominal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FM07_Technical_exit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3" y="1417320"/>
            <a:ext cx="6336792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508760"/>
            <a:ext cx="3520440" cy="42976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46 cycle poses; 34 additional door-angle samples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40 continuous prescribed linear sweeps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20 assembly STEP files; 74 checked individual parts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Loaded fits, installed actuation and seven-way downselect remain acceptance 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Blender Workbench render of actual native CAD. Prescribed geometry, not launch dynamics or hardware qualification.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Component stiffness improves within an idealized fixture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COMPONENT FIXTURE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FLR01 / FLR02 / FLR03 · Gmsh 4.14.1 / CalculiX 2.23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39</a:t>
            </a:r>
          </a:p>
        </p:txBody>
      </p:sp>
      <p:pic>
        <p:nvPicPr>
          <p:cNvPr id="9" name="Picture 8" descr="componen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198846"/>
            <a:ext cx="7132320" cy="30089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12 actual-FM06 plus 40 historical receiver analyses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3U one-dog mean: 1.883 to 0.0600 mm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Clamped bores do not bound assembled stiffness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1,117/1,215 adverse guide-fit residuals nonpositive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Assumed elastic properties; no selected material allowable, real joint-contact acceptance or hardware testing.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Contact representation: calibrated controls, sensitive final 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METHOD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FCE12 · Project Chrono 10.0.0; 12 captured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40</a:t>
            </a:r>
          </a:p>
        </p:txBody>
      </p:sp>
      <p:pic>
        <p:nvPicPr>
          <p:cNvPr id="9" name="Picture 8" descr="contact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257044"/>
            <a:ext cx="7132320" cy="2892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14 planar controls; largest checked gap error 4.28 nm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10 endpoint sequences; two injected faults abort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84 full-solid pose checks; residuals bounded at 1 µm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Final COM refinement changes 1.51 / 1.47 mm; no precision 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Calibrated planar controls and sampled geometry do not establish continuous loaded clearance or hardware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VOLLEY: Design and Computational Feasibility Assessment of a Commanded Electromagnetic CubeSat Deployment Mechanism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