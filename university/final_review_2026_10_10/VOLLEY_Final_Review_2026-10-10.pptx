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Gen5 computational feasibility review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Final review: 10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local market audit; STEP-derived Gen5 CAD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27632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2763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73936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77440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Configurable satellite fleets exist; demand for VOLLEY is unconfirmed.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65576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3465576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611880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215384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 carrier or fleet operator might seek several release states from one host.</a:t>
            </a:r>
          </a:p>
        </p:txBody>
      </p:sp>
      <p:pic>
        <p:nvPicPr>
          <p:cNvPr id="17" name="Picture 16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38767"/>
            <a:ext cx="6108192" cy="34341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5148072"/>
            <a:ext cx="580644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STEP-derived Gen5 reference; side-fed placement fails its fit check.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33872"/>
            <a:ext cx="107442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Test on one matched mission against springs, host manoeuvres, transport and onboard propulsion.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Reference CAD and subsystem concepts documented; feed remains open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Historical model completed; finite force screen challenges its rating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Conditional orbit results; current lifetime not independently closed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Analytic; 2-D FEM; independent 3-D numerical force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Shared ideal inputs; no motor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criterion and thesis record presented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historical model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review package is assembled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validation register;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pic>
        <p:nvPicPr>
          <p:cNvPr id="9" name="Picture 8" descr="gen5_reference_clos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050948"/>
            <a:ext cx="4983480" cy="2801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294376"/>
            <a:ext cx="4910328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FreeCAD-linked STEP envelope; internal interference is concealed.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97296" y="167335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97296" y="167335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07608" y="181965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7608" y="242316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Shot, circuit, structural, thermal, orbit and alternative-case models.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97296" y="354787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7296" y="354787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7608" y="369417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7608" y="429768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Manuscript, STEP, scripts, numerical checks and defect register.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61304"/>
            <a:ext cx="10698480" cy="35661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Fixed computational study with failed design gates; no physical qualification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fixed reference geometry, feeder fit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STEP reference; view provenance and P116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95424"/>
            <a:ext cx="6400800" cy="35986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1.3 m powered stroke; 1.5 m release station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FreeCAD STEP assembly: side-fed placement clashes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6172200" cy="28346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200" b="1">
                <a:solidFill>
                  <a:srgbClr val="0D2035"/>
                </a:solidFill>
                <a:latin typeface="Aptos"/>
              </a:defRPr>
            </a:pPr>
            <a:r>
              <a:t>Enclosure hidden for visibility; no fabricated article.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periodic-model shot: challenged by finite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F01_shot.png; P117 energy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080760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637684"/>
                </a:solidFill>
                <a:latin typeface="Aptos"/>
              </a:defRPr>
            </a:pPr>
            <a:r>
              <a:t>P118 challenges 16.0 m/s; P117 reconciles 124.5 J to assumed model terms.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Independent 3-D check confirms ideal finite-force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COMPUTATIONAL CROSS-CHECK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 analytic; P119 2-D FEM; P121 3-D numerical; P122 gap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gen5_finite_forc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995160" cy="27980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627632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6679" y="1627632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36992" y="177393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1.042 kJ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6992" y="2377440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3-D work: independent surface-charge formulation agrees with P118 under shared inputs.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611880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3611880"/>
            <a:ext cx="73152" cy="178308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375818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−13%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4361688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Illustrative 12-to-14 mm magnet gap change; not a measured tolerance or motor rating.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71616"/>
            <a:ext cx="1074420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No measured force, selected inverter or demonstrated release speed exists.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orbit input has a separate geometry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TWO-BODY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P115 Cartesian orbit check;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9" name="Picture 8" descr="rated_orbit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2018018"/>
            <a:ext cx="6995160" cy="35260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+28.8008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Immediate two-body axis rise for an assumed historical 16.029 m/s input.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1.60× open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remains atmosphere-dependent and lacks an independent rerun for this input.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side-fed assembly fails a geometric fit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CAD INTERFERENCE •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Review.FCStd; P116 assembly packaging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9" name="Picture 8" descr="gen5_packagin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99" y="1627632"/>
            <a:ext cx="3323473" cy="44988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1968" y="1755648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1755648"/>
            <a:ext cx="73152" cy="169164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11 mm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0545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537 mm of track and cassette width inside 526 mm of usable enclosure width.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3675887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1968" y="3675887"/>
            <a:ext cx="73152" cy="16916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822191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32,915 mm³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2569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Cassette/track clash per side. Full audit: 17 intersecting pairs, including sled/track and sled/stator.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025896"/>
            <a:ext cx="105613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Reference placement only: a new feeder or enclosure would need a new configuration and rerun.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R1 clears cassette width, but still has assembly clashes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R1 STEP candidate; exact-solid route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9" name="Picture 8" descr="r1_candidat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8324"/>
            <a:ext cx="6766560" cy="380431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71907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71907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86537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468879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Selected scripted 3U paths clear; a whole-assembly audit still finds five intersecting solid pairs.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68503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3685032"/>
            <a:ext cx="73152" cy="1773936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2" y="383133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570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2" y="4434840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Wider enclosure; 0.5° assumed alignment stack fails its 5 mm gap; lift and retention still open.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Separate R1 candidate; no change to evaluated Gen5 shot, mass or host-fit claims.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Computational demonstration: from force to mission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SIMULATION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P118–P127 finite force, source, tolerance and arrest; matched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Finite-force geometry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Matched mission screen</a:t>
            </a:r>
          </a:p>
        </p:txBody>
      </p:sp>
      <p:pic>
        <p:nvPicPr>
          <p:cNvPr id="13" name="Picture 12" descr="gen5_finite_force_fem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482494"/>
            <a:ext cx="4956048" cy="2533091"/>
          </a:xfrm>
          <a:prstGeom prst="rect">
            <a:avLst/>
          </a:prstGeom>
        </p:spPr>
      </p:pic>
      <p:pic>
        <p:nvPicPr>
          <p:cNvPr id="14" name="Picture 13" descr="matched_mission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712110"/>
            <a:ext cx="4937760" cy="207385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P125: single-string source power fails at the older commercial ESR bound; no twelve-shot case closes.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Matched reference mission finds no twelve-shot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BOUNDED MISSION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Common-input spring/Gen5 study; 100 N host, 450 km, 12 × 4 kg payloads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9" name="Picture 8" descr="matched_mission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5776"/>
            <a:ext cx="6995160" cy="29379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99248" y="1673352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1673352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81965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+52.7 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One-event device plus resized fuel: Gen5 exceeds spring despite an ideal 1.87 kg fuel saving (P123).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9248" y="3657600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99248" y="3657600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80390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4 / 1 /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07408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Accepted twelve-shot prefixes: spring, finite Gen5, historical Gen5.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44184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Assumed host and devices; optimizer result is not an infeasibility proof or product advantage.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This Gen5 configuration does not pass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conclusion; P116; matched mission;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5669280" cy="44348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Historical 16.0 m/s is challenged; ideal 12.448 m/s lacks a sourceable single-string bank.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The modeled system is 76% heavier per 3U customer and the evaluated side-fed CAD clashes.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R1 retains sled/track and sled/stator clashes; its assumed 0.5° gap stack fails.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No matched twelve-shot reference closes; Gen5 is a documented negative design study.</a:t>
            </a:r>
          </a:p>
        </p:txBody>
      </p:sp>
      <p:pic>
        <p:nvPicPr>
          <p:cNvPr id="10" name="Picture 9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80971"/>
            <a:ext cx="5120640" cy="28789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10528" y="5449824"/>
            <a:ext cx="5074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 reference, enclosure hidden; fit fails. No physical test.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has a testable mission, but no selected article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SCREEN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 matched four-release J2 screen; P131–P132 first-article bounds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pic>
        <p:nvPicPr>
          <p:cNvPr id="9" name="Picture 8" descr="gen6_match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260854"/>
            <a:ext cx="6675120" cy="233629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70064" y="164592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70064" y="1645920"/>
            <a:ext cx="73152" cy="17190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6" y="1792224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Matched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6" y="239572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1U + two 3U targets: both release choices reach ideal states. Assumed device + fuel favors springs by 10.72 kg.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0064" y="356616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70064" y="3566160"/>
            <a:ext cx="73152" cy="1719072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0376" y="3712463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First-article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0376" y="431596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STEP envelopes exist; ~9.35 kg remains for all omitted hardware under a surrogate parity screen.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06440"/>
            <a:ext cx="1056132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1 km/s remains separate long-range research; no command range or motor rating established.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Paired cells improve the nominal acceleration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GEOMETRY • UNSELECTED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FreeCAD/STEP R0 packaging comparison; no feeder mechanism 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24</a:t>
            </a:r>
          </a:p>
        </p:txBody>
      </p:sp>
      <p:pic>
        <p:nvPicPr>
          <p:cNvPr id="9" name="Picture 8" descr="Four_Cell_R0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91281"/>
            <a:ext cx="7315200" cy="30948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973568" y="1627632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73568" y="1627632"/>
            <a:ext cx="73152" cy="1618488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773936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Staggered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377440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Last cell: 330 mm to brake; 5.56 g ideal mean for 6 m/s.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3419856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3568" y="3419856"/>
            <a:ext cx="73152" cy="161848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3566160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Paired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4169664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At least 900 mm per cell; 2.04 g largest ideal mean at 6 m/s.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88152"/>
            <a:ext cx="10881360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26 nominal FreeCAD/STEP states pass represented-solid checks; locks, contact, docking and host fit remain open.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close G0 and G1 before any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P130–P132; G0/G1 review gates; no construction authorization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Specify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Real customer targets, tolerances and provider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Complete motor, source, brake, contact and installed BOM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14, 2020.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repo head b30ffdc, 28 Sep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VOLLEY/BOLLEY, Current Plan and Status — PLAN-R2, controlled working baseline, 29 Sep 2026 (project plan).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