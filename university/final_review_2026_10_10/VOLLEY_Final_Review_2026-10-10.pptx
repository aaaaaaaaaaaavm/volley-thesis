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20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14.1, 2022.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evidence snapshot 5b92edc, 20 Oct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intersections; 126.562 kg model; archived mission screens fail. New Gen6 targeting is separately bounded.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J2 setup discrepancy now has a bounded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GMAT R2026a / Orekit 13.1.6 · matched prescribed pole,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63" y="1508760"/>
            <a:ext cx="9177593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1.285 mm maximum over one day. Shared orientation; no physical orbit or release-accuracy claim.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Precise delivery needs a measured control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CNR-01 · complete native event replay and deterministic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9" name="Picture 8" descr="control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915" y="1508760"/>
            <a:ext cx="6855689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+0.1% imposed release-speed bias gives ~1.53 km error. Numerical agreement is not flight precision.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Seven feeder concepts: inspectable geometry, open hardware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Native FreeCAD / STEP · analytical cases / CalculiX fixture ·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lead_screw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6438"/>
            <a:ext cx="7315200" cy="4133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691640"/>
            <a:ext cx="356616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1U/3U CAD and bounded motion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Load, tolerance and fault cases retained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Arrest-tooth sizing fails adverse cases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Handoff, latch engagement and installed parts unverified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No baseline selection or hardware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STEP-derived orthographic view; no measured reliability or full-cycle qualification.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mesh and result view: keep the fixture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ASSUMED CLAMPED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CalculiX2.23 DAT / INP displayed in Gmsh4.14.1 · undeformed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9" name="Picture 8" descr="Gmsh_Calculi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557" y="1508760"/>
            <a:ext cx="6196404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Displacement norm in metres. Actual joints absent; peak support stress is not converged or a strength pass.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Continuous feed geometry exposes the remaining safety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PRESCRIBED MOTION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CT-01 · separate captive-transfer coupon;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ste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88" y="1508760"/>
            <a:ext cx="491022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691640"/>
            <a:ext cx="361188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20 continuous 1U/3U phase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Downward gate needs under-deck volume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Stop travel and adverse fit cases fail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Real latch/custody and drive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Native CAD and nominal translation proof do not establish full mechanism safety or a selected feeder.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Orbital reload: define the interface before promising a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BASELINE OPERATIONAL 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RPL-01 · limited cooperative-cartridge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replenis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0" y="1508760"/>
            <a:ext cx="10910098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108 capture / 36 fit sensitivities. No integrated reload mechanism; ground loading remains the assumption.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Finite-duration thrust changes the resource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FBR-01 · 18 targeted schedules / 46 native Orekit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9" name="Picture 8" descr="force_fuel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43" y="1389888"/>
            <a:ext cx="6585953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28431" y="1508760"/>
            <a:ext cx="352044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Four releases fit the 20 N / 10 kg screen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Twelve spring inputs exceed 20 N / 20 kg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Both twelve-case policies close with 30 kg / 100 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Device mass still exceeds saved propellant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Nearly 9°/s reversals if one fixed thruster; host allocation unverified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63056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1E3144"/>
                </a:solidFill>
                <a:latin typeface="Aptos"/>
              </a:defRPr>
            </a:pPr>
            <a:r>
              <a:t>Finite-force translational targets; imposed release speeds. No rated host, motor, flight precision or physical clearance.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Feeder handoff: checked nominal geometry, unresolved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GEN6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FM06-R1 · separate Gen6 geometry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38</a:t>
            </a:r>
          </a:p>
        </p:txBody>
      </p:sp>
      <p:pic>
        <p:nvPicPr>
          <p:cNvPr id="9" name="Picture 8" descr="FM06_Technical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3" y="1417320"/>
            <a:ext cx="6336792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1508760"/>
            <a:ext cx="3520440" cy="42976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30 native/STEP assembly states; 70 checked part exchanges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28 continuous prescribed rigid-translation phases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Backstop junction corrected; closed surfaces checked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Installed actuation, rail-end contacts and forward-stop release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Blender Workbench render of actual native CAD. No manufactured mechanism, launch or qualification claim.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Component stiffness improves within an idealized fixture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COMPONENT FIXTURE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FLR01 / FLR02 / FLR03 · Gmsh 4.14.1 / CalculiX 2.23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39</a:t>
            </a:r>
          </a:p>
        </p:txBody>
      </p:sp>
      <p:pic>
        <p:nvPicPr>
          <p:cNvPr id="9" name="Picture 8" descr="component_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198846"/>
            <a:ext cx="7132320" cy="30089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12 actual-FM06 plus 40 historical receiver analyses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3U one-dog mean: 1.883 to 0.0600 mm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Clamped bores do not bound assembled stiffness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1,117/1,215 adverse guide-fit residuals nonpositive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Assumed elastic properties; no selected material allowable, real joint-contact acceptance or hardware testing.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contact runs expose a model limitation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ACCEPTANCE NOT ESTABLISHED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FCE08 · Project Chrono 10.0.0; 12 captured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40</a:t>
            </a:r>
          </a:p>
        </p:txBody>
      </p:sp>
      <p:pic>
        <p:nvPicPr>
          <p:cNvPr id="9" name="Picture 8" descr="contact_refin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4901"/>
            <a:ext cx="7132320" cy="2936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Nominal transfer sequences reach their programmed endpoint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Contact peaks and final pose remain step/iteration sensitive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Independent B-rep checks detect payload/fork overlap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No dynamic-clearance, precision or design-load acceptance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A completed simulation sequence does not establish a validated contact model or physical reliability.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