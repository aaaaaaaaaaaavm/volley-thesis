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field; field-point FEM; finite force screen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independent integrated-thrust FEM 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documented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reference CAD, magazine and release concepts,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document and STEP;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gen5_feeder_candidate_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47" y="1600200"/>
            <a:ext cx="635950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P118–P120 finite-force/assumed bank; matched-mission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P119 checks force; P120 reruns bank assumptions; no twelve-shot mission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one-event host propellant: spring versus Gen5's ideal finite-force upper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