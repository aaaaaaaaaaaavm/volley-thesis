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19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 classified; 126.562 kg model; no sampled twelve-shot mission closes.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Host assistance closes mathematical targets, with a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Constructed four/twelve-payload J2 campaign · ideal impulses and mass proxies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resour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349" y="1508760"/>
            <a:ext cx="9126820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Larger-reserve spring case completes. Fuel savings do not recover the assumed device-mass penalty.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