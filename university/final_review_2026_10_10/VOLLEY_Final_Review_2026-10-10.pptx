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Completed Gen5 system-level computational evaluation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answers an orbital-delivery trade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Introduction; JAXA J-SSOD; EXOpod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Shared destination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Secondary CubeSats inherit the orbit chosen for the primary customer.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Conventional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deployers provide a small relative impulse. Subsequent orbit or drag differences can produce phasing.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VOLLEY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Can commanded release provide useful orbital choice at an acceptable installed cost?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Study outcome: useful modelled orbital change, but an unfavourable 3U mass trade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 and complete subsystem architecture documented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Rated shot, power and dispersion models completed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energy and lifetime benefit for stated cases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completed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strengthened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were incorporated in the final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rated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thesis deliverables are complete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CAD, magazine and release architecture,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completed computational thesis; physical qualification belongs to a later development phase.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complete computational system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Pulse bank, restraint and eddy-current arrest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Commanded velocity can change orbital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Astrodynamic Utility and Limitations; F04_life.png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4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36" y="1645920"/>
            <a:ext cx="6937942" cy="427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+28.8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semi-major-axis rise for one maximum-velocity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1.60×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lifetime at stated mean solar activity; atmosphere-dependent.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73936"/>
            <a:ext cx="2514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Dry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810512"/>
            <a:ext cx="7498079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810512"/>
            <a:ext cx="201168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514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2761488"/>
            <a:ext cx="182880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514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1472" y="3675887"/>
            <a:ext cx="182880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study ends with a clear engineering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OPEN_PROBLEMS.md; PROVENANCE.md; manuscript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73352"/>
            <a:ext cx="73152" cy="320040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Modelled commandable release and a conditional orbital-energy benefit.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673352"/>
            <a:ext cx="73152" cy="320040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Rejected for 3U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The complete Gen5 configuration misses the preset spring-mass parity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73352"/>
            <a:ext cx="73152" cy="32004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819656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23160"/>
            <a:ext cx="3136392" cy="22860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Payload loads, magnetic cleanliness, cycle life and host interfaces require tests.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0096"/>
            <a:ext cx="10698480" cy="6583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Decision: retain the numerically checked model; do not select Gen5 as a 3U flight configuration.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F04_li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670" y="2286000"/>
            <a:ext cx="475405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research question has a completed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Gen5 system-level model predicts 16.0 m/s 3U release and a conditional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complete modelled system is 76% heavier per 3U customer than the spring comparator.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Independent numerical checks corrected the baseline and defined the limits of its claims.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Conclusion: the analytical objective is complete; Gen5 does not pass the 3U selection criterion.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