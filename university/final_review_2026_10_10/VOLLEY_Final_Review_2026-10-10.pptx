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Review candidate: 19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real lifetime unvalidated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criteria and thesis record prepared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1.602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P134 checks the shared static atmosphere; actual lifetime and achieved release remain unvalidated.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Cassette/track clash per side. Full audit: 17 intersecting pairs, including sled/track and sled/stator.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cassette width, but still has assembly clashes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Selected scripted 3U paths clear; a whole-assembly audit still finds five intersecting solid pairs.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0.5° assumed alignment stack fails its 5 mm gap; lift and retention still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Computed results: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CAPTURED COMPUTATIONAL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P118–P127 finite force, source, tolerance and arrest; matched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P125: single-string source power fails at the older commercial ESR bound; no twelve-shot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16.0 m/s is challenged; ideal 12.448 m/s lacks a sourceable single-string bank.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retains sled/track and sled/stator clashes; its assumed 0.5° gap stack fails.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has a testable mission, but no selected article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SCREEN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 matched four-release J2 screen; P131–P132 first-article bounds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gen6_match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260854"/>
            <a:ext cx="6675120" cy="23362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Matched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1U + two 3U targets: both release choices reach ideal states. Assumed device + fuel favors springs by 10.72 kg.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First-article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STEP envelopes exist; ~9.35 kg remains for all omitted hardware under a surrogate parity screen.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1 km/s remains separate long-range research; no command range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Paired cells improve the nominal acceleration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GEOMETRY • UNSELECTED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FreeCAD/STEP R0 packaging comparison; no feeder mechanism 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pic>
        <p:nvPicPr>
          <p:cNvPr id="9" name="Picture 8" descr="Four_Cell_R0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1281"/>
            <a:ext cx="7315200" cy="30948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73568" y="1627632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3568" y="1627632"/>
            <a:ext cx="73152" cy="1618488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73936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Staggered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377440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Last cell: 330 mm to brake; 5.56 g ideal mean for 6 m/s.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419856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3419856"/>
            <a:ext cx="73152" cy="161848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566160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Paired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169664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At least 900 mm per cell; 2.04 g largest ideal mean at 6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88152"/>
            <a:ext cx="10881360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26 nominal FreeCAD/STEP states pass represented-solid checks; locks, contact, docking and host fit remain open.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close G0 and G1 before any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P130–P132; G0/G1 review gates; no construction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Specify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Real customer targets, tolerances and provider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Complete motor, source, brake, contact and installed BOM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VOLLEY, Gen6 G0 mission and article requirements, 12 Oct 2026 (study requirements).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What the reconciled numerical record establishes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MODEL EVIDENCE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P133/P134 · technical evidence revision, 16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28</a:t>
            </a:r>
          </a:p>
        </p:txBody>
      </p:sp>
      <p:pic>
        <p:nvPicPr>
          <p:cNvPr id="9" name="Picture 8" descr="gen5_lifetime_numerical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8747"/>
            <a:ext cx="7315200" cy="3871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691640"/>
            <a:ext cx="3474720" cy="15544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91640"/>
            <a:ext cx="73152" cy="15544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8379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1.602 model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2" y="2441448"/>
            <a:ext cx="3090672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Separate integration, same static atmosphere. Actual lifetime is unvalidated.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20440"/>
            <a:ext cx="3474720" cy="173736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520440"/>
            <a:ext cx="73152" cy="173736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36667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Failures retained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4270248"/>
            <a:ext cx="3090672" cy="822959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22 Gen5/R1 intersections classified; 126.562 kg model; no sampled twelve-shot mission closes.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solvers: agreement and unresolved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ORBITAL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Orekit 13.1.6 / GMAT R2026a; 18 October evidence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29</a:t>
            </a:r>
          </a:p>
        </p:txBody>
      </p:sp>
      <p:pic>
        <p:nvPicPr>
          <p:cNvPr id="9" name="Picture 8" descr="solv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Prescribed states; no release-accuracy or hardware validation. J2 frames are not harmonized.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Archived campaign: sampled proximity has a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GMAT R1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Twelve preloaded post-release orbits; simulation dates in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30</a:t>
            </a:r>
          </a:p>
        </p:txBody>
      </p:sp>
      <p:pic>
        <p:nvPicPr>
          <p:cNvPr id="9" name="Picture 8" descr="archiv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190.15 m sampled; 180.29 m interpolated. Continuous clearance remains unproven.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J2 setup discrepancy now has a bounded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NUMERICAL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GMAT R2026a / Orekit 13.1.6 · matched prescribed pole,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31</a:t>
            </a:r>
          </a:p>
        </p:txBody>
      </p:sp>
      <p:pic>
        <p:nvPicPr>
          <p:cNvPr id="9" name="Picture 8" descr="harmon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963" y="1508760"/>
            <a:ext cx="9177593" cy="43891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1.285 mm maximum over one day. Shared orientation; no physical orbit or release-accuracy claim.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Host assistance closes mathematical targets, with a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Constructed four/twelve-payload J2 campaign · ideal impulses and mass proxies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32</a:t>
            </a:r>
          </a:p>
        </p:txBody>
      </p:sp>
      <p:pic>
        <p:nvPicPr>
          <p:cNvPr id="9" name="Picture 8" descr="resour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349" y="1508760"/>
            <a:ext cx="9126820" cy="43891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Larger-reserve spring case completes. Fuel savings do not recover the assumed device-mass penalty.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Seven feeder concepts: inspectable geometry, open hardware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CANDIDATES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Native FreeCAD / STEP · analytical cases / CalculiX fixture ·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33</a:t>
            </a:r>
          </a:p>
        </p:txBody>
      </p:sp>
      <p:pic>
        <p:nvPicPr>
          <p:cNvPr id="9" name="Picture 8" descr="lead_screw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36438"/>
            <a:ext cx="7315200" cy="4133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1691640"/>
            <a:ext cx="356616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1U/3U CAD and bounded motion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Load, tolerance and fault cases retained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Arrest-tooth sizing fails adverse cases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Handoff, latch engagement and installed parts unverified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No baseline selection or hardware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STEP-derived orthographic view; no measured reliability or full-cycle qualification.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mesh and result view: keep the fixture explicit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ASSUMED CLAMPED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CalculiX2.23 DAT / INP displayed in Gmsh4.14.1 · undeformed geometry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34</a:t>
            </a:r>
          </a:p>
        </p:txBody>
      </p:sp>
      <p:pic>
        <p:nvPicPr>
          <p:cNvPr id="9" name="Picture 8" descr="Gmsh_CalculiX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557" y="1508760"/>
            <a:ext cx="6196404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Displacement norm in metres. Actual joints absent; peak support stress is not converged or a strength pass.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