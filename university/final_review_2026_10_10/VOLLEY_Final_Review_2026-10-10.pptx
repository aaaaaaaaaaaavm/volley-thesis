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20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14.1, 2022.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evidence snapshot 5b92edc, 20 Oct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intersections; 126.562 kg model; archived mission screens fail. New Gen6 targeting is separately bounded.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Precise delivery needs a measured control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CNR-01 · complete native event replay and deterministic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control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15" y="1508760"/>
            <a:ext cx="6855689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+0.1% imposed release-speed bias gives ~1.53 km error. Numerical agreement is not flight precision.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Finite-duration thrust changes the resource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FBR-01 · 18 targeted schedules / 46 native Orekit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force_fuel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43" y="1389888"/>
            <a:ext cx="6585953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28431" y="1508760"/>
            <a:ext cx="352044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releases fit the 20 N / 10 kg screen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Twelve spring inputs exceed 20 N / 20 kg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Both twelve-case policies close with 30 kg / 100 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Device mass still exceeds saved propellant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Nearly 9°/s reversals if one fixed thruster; host allocation unverified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Finite-force translational targets; imposed release speeds. No rated host, motor, flight precision or physical clearance.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