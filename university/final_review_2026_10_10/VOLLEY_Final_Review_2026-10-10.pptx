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Feeder handoff: checked nominal geometry, unresolved 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GEN6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FM06-R1 · separate Gen6 geometry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FM06_Technical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3" y="1417320"/>
            <a:ext cx="6336792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30 native/STEP assembly states; 70 checked part exchanges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28 continuous prescribed rigid-translation phases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Backstop junction corrected; closed surfaces checked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Installed actuation, rail-end contacts and forward-stop release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Blender Workbench render of actual native CAD. No manufactured mechanism, launch or qualification claim.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Component stiffness improves within an idealized fixture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COMPONENT FIXTURE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FLR01 / FLR02 / FLR03 · Gmsh 4.14.1 / CalculiX 2.23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39</a:t>
            </a:r>
          </a:p>
        </p:txBody>
      </p:sp>
      <p:pic>
        <p:nvPicPr>
          <p:cNvPr id="9" name="Picture 8" descr="component_compl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198846"/>
            <a:ext cx="7132320" cy="30089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actual-FM06 plus 40 historical receiver analyses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3U one-dog mean: 1.883 to 0.0600 mm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Clamped bores do not bound assembled stiffness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1,117/1,215 adverse guide-fit residuals nonpositive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Assumed elastic properties; no selected material allowable, real joint-contact acceptance or hardware testing.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Contact representation: calibrated controls, sensitive final 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METHOD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FCE12 · Project Chrono 10.0.0; 12 captured cases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9" name="Picture 8" descr="contact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257044"/>
            <a:ext cx="7132320" cy="2892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09560" y="1645920"/>
            <a:ext cx="3657600" cy="42062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14 planar controls; largest checked gap error 4.28 nm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10 endpoint sequences; two injected faults abort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84 full-solid pose checks; residuals bounded at 1 µm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Final COM refinement changes 1.51 / 1.47 mm; no precision rating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Calibrated planar controls and sampled geometry do not establish continuous loaded clearance or hardware reliability.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