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Completed Gen5 system-level computational evaluation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thesis answers an orbital-delivery trade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Introduction; JAXA J-SSOD; EXOpod documentation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10512"/>
            <a:ext cx="31546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Shared destination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414016"/>
            <a:ext cx="3136392" cy="22677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Secondary CubeSats inherit the orbit chosen for the primary customer.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546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Conventional release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414016"/>
            <a:ext cx="3136392" cy="22677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deployers separate payloads at about 1–2 m/s; release timing helps in-track phasing.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664208"/>
            <a:ext cx="73152" cy="3182112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810512"/>
            <a:ext cx="31546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VOLLEY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414016"/>
            <a:ext cx="3136392" cy="22677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Can commanded release provide useful orbital choice at an acceptable installed cost?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76088"/>
            <a:ext cx="107442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100" b="1">
                <a:solidFill>
                  <a:srgbClr val="0D2035"/>
                </a:solidFill>
                <a:latin typeface="Aptos"/>
              </a:defRPr>
            </a:pPr>
            <a:r>
              <a:t>Study outcome: useful modelled orbital change, but an unfavourable 3U mass trade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Timed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In-track phase without a high impulse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Does not quickly change orbital energy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CAD and complete subsystem architecture documented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Rated shot, power and dispersion models completed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energy and lifetime benefit for stated cases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completed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strengthened the final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 winding; magpylib; FEM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measured thrust constant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criterion and thesis record presented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were incorporated in the final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rated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thesis deliverables are complete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BASELINE.md; PROVENANCE.md;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1856232"/>
            <a:ext cx="3136392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Design 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459736"/>
            <a:ext cx="3118104" cy="2633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Gen5 CAD, magazine and release architecture, subsystem models and system mass rollup.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56232"/>
            <a:ext cx="3136392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59736"/>
            <a:ext cx="3118104" cy="2633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Shot, control, circuit, structure, thermal, orbit and alternative-case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56232"/>
            <a:ext cx="3136392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59736"/>
            <a:ext cx="3118104" cy="2633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Manuscript, figures, scripts, numerical checks, provenance and defect register.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22976"/>
            <a:ext cx="106984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800" b="1">
                <a:solidFill>
                  <a:srgbClr val="0D2035"/>
                </a:solidFill>
                <a:latin typeface="Aptos"/>
              </a:defRPr>
            </a:pPr>
            <a:r>
              <a:t>Scope: completed computational thesis; physical qualification belongs to a later development phase.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complete computational system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System Architecture; CAD 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expl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794510"/>
            <a:ext cx="64008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1.5 m linear-motor track and double-sided Halbach arrays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Pulse bank, restraint and eddy-current arrest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Rated 3U shot: performance predicted by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Commanded velocity can change orbital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Astrodynamic Utility and Limitations; F04_life.png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4_li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36" y="1645920"/>
            <a:ext cx="6937942" cy="42702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+28.8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semi-major-axis rise for one maximum-velocity release.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1.60×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lifetime at stated mean solar activity; atmosphere-dependent.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Timing alone can create in-track phase; this result concerns orbital energy.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73936"/>
            <a:ext cx="25146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Dry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810512"/>
            <a:ext cx="7498079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1810512"/>
            <a:ext cx="2011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5146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91472" y="2761488"/>
            <a:ext cx="18288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5146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91472" y="3675887"/>
            <a:ext cx="18288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study ends with a clear engineering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EVIDENCE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OPEN_PROBLEMS.md; PROVENANCE.md; manuscript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673352"/>
            <a:ext cx="3520440" cy="32004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673352"/>
            <a:ext cx="73152" cy="320040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819656"/>
            <a:ext cx="31546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Supported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2423160"/>
            <a:ext cx="3136392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800" b="0">
                <a:solidFill>
                  <a:srgbClr val="1E3144"/>
                </a:solidFill>
                <a:latin typeface="Aptos"/>
              </a:defRPr>
            </a:pPr>
            <a:r>
              <a:t>Modelled commandable release and a conditional orbital-energy benefit.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673352"/>
            <a:ext cx="3520440" cy="32004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673352"/>
            <a:ext cx="73152" cy="320040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19656"/>
            <a:ext cx="31546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Rejected for 3U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23160"/>
            <a:ext cx="3136392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800" b="0">
                <a:solidFill>
                  <a:srgbClr val="1E3144"/>
                </a:solidFill>
                <a:latin typeface="Aptos"/>
              </a:defRPr>
            </a:pPr>
            <a:r>
              <a:t>The complete Gen5 configuration misses the preset spring-mass parity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673352"/>
            <a:ext cx="3520440" cy="32004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673352"/>
            <a:ext cx="73152" cy="32004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819656"/>
            <a:ext cx="31546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Unverified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423160"/>
            <a:ext cx="3136392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800" b="0">
                <a:solidFill>
                  <a:srgbClr val="1E3144"/>
                </a:solidFill>
                <a:latin typeface="Aptos"/>
              </a:defRPr>
            </a:pPr>
            <a:r>
              <a:t>Payload loads, magnetic cleanliness, cycle life and host interfaces require tests.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40096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100" b="1">
                <a:solidFill>
                  <a:srgbClr val="0D2035"/>
                </a:solidFill>
                <a:latin typeface="Aptos"/>
              </a:defRPr>
            </a:pPr>
            <a:r>
              <a:t>Decision: retain the numerically checked model; do not select Gen5 as a 3U flight configuration.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shot to orbit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analysis/results; BASELINE.md;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Simulate a 3U shot → 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Model the orbital response</a:t>
            </a:r>
          </a:p>
        </p:txBody>
      </p:sp>
      <p:pic>
        <p:nvPicPr>
          <p:cNvPr id="13" name="Picture 12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06692"/>
            <a:ext cx="4956048" cy="1884694"/>
          </a:xfrm>
          <a:prstGeom prst="rect">
            <a:avLst/>
          </a:prstGeom>
        </p:spPr>
      </p:pic>
      <p:pic>
        <p:nvPicPr>
          <p:cNvPr id="14" name="Picture 13" descr="F04_li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670" y="2286000"/>
            <a:ext cx="4754050" cy="2926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Compare predicted orbital change and full installed mass with the spring baseline. Simulation, not physical demonstration.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research question has a completed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Conclusion; BASELINE.md; PROVENANCE.md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1065276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Gen5 system-level model predicts 16.0 m/s 3U release and a conditional orbital benefit.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complete modelled system is 76% heavier per 3U customer than the spring comparator.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Independent numerical checks corrected the baseline and defined the limits of its claims.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Conclusion: the analytical objective is complete; Gen5 does not pass the 3U selection criterion.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reopens the mechanism and installed-system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CURRENT PLAN AND STATUS — PLAN-R2, 29 Sep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698480" cy="1069848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37844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200" b="1">
                <a:solidFill>
                  <a:srgbClr val="0D2035"/>
                </a:solidFill>
                <a:latin typeface="Aptos"/>
              </a:defRPr>
            </a:pPr>
            <a:r>
              <a:t>One reusable path • sequential supported CubeSat sizes • individually commanded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10058400" cy="22402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Investigate approximately 1–2 m/s through 1 km/s across mission cases.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Compare electromagnetic, stored-energy, gas/fluid, hybrid, BOLLEY and conventional options.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Count feeder, retention, arrest, control, energy, thermal, host loads and shared faults.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742432"/>
            <a:ext cx="1056132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B94141"/>
                </a:solidFill>
                <a:latin typeface="Aptos"/>
              </a:defRPr>
            </a:pPr>
            <a:r>
              <a:t>1 km/s is a research target, not demonstrated speed or payload/provider compatibility.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one reviewable first-test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PLAN-R2 N0–N5 and agreed near-term end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Named mission, payload and host surrogate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Fair mechanism and installed-burden trade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