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and lacks an independent rerun for this input.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lift actuator, retention, tolerance and new mass budget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P118–P120 finite-force/assumed bank; matched-mission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P119 checks force; P120 reruns bank assumptions; no twelve-shot mission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2.69 vs 0.83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one-event host propellant: spring versus Gen5's ideal finite-force upper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model reports 16.0 m/s; a finite force screen challenges that performance claim.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geometry clears a scripted path, but has no lift or launch retention design.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