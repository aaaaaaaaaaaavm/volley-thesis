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field; field-point FEM; finite force screen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independent integrated-thrust FEM 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documented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reference CAD, magazine and release concepts,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finite geometry challenges 16.0 m/s; 124.5 J of gross draw is also unitemized.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Finite-array force integration changes the speed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ADVERSE MODEL 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finite 3-D analytic force map and convergence; not independent FEM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108"/>
            <a:ext cx="6995160" cy="35753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Ideal work from the finite 162-belt force map with optimized phase.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12.448 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Geometry-only speed before circuit and friction losses; historical model reports 16.029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Array/stator direct overlap ends after 1.066 m, before the 1.300 m powered stroke ends.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rated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at the rated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without a current rated independent rerun.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document and STEP;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gen5_feeder_candidate_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47" y="1600200"/>
            <a:ext cx="6359504" cy="4480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lift actuator, retention, tolerance and new mass budget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finite-force run; matched-mission reference; thesis analysis/results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P118 challenges the shot; compare finite-force, installed mass and matched mission before any performance claim.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2.69 vs 0.83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one-event host propellant: spring versus Gen5's ideal finite-force upper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Historical model reports 16.0 m/s; a finite force screen challenges that performance claim.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R1 geometry clears a scripted path, but has no lift or launch retention design.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